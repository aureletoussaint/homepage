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messages for the whole afternoon.
One: traits describe what organisms do, and allow comparisons across communities that share no species.
Two: a functional space is a construction — traits, distance, ordination, number of axes — and every choice must be justified and tested.
Three: there is no single "functional diversity", and no observed value is meaningful without a null expectation; choose the index from the question and compare with chance.
Four: rare and threatened species hold a disproportionate share of unique functions; the functional consequences of extinctions are real, measurable, and not the same everywhere.
Five: traits are properties of individuals; intraspecific variability is large, structured, and matters for coexistence, functioning and conservation — the species mean is a choice, not a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practical. On Thursday you will work in three groups, each on one step of the road map and on a different pair of biogeographic realms. Group A builds and reads a functional space for Neotropical and Nearctic fishes. Group B computes CWM and the functional diversity indices for Palearctic and Ethiopian assemblages and relates them to temperature — the exercise sheet and the background notes give you the details of the indices that I only summarised today. Group C runs the null model for Oriental and Australian assemblages and interprets the SES. Each group has an exercise sheet with guided code and interpretation questions, and a starter script that runs from start to end — so nobody will be blocked by code; your time should go to interpretation.
At 15:50 each group presents five slides in eight minutes: question, key figure, results, interpretation, one limitation. Take notes during the other groups' presentations, because the written exam at 16:25 — thirty-five minutes, open book, no R — covers all three exercises: the richness confound and the SES, the reading of SES patterns, and why functional diversity matters for conservation.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to do before Thursday. Install the packages — the line is on the course page; run it tonight, not Thursday at two o'clock, because FD compiles a few dependencies and this can take a minute or fail on an old R. And download your group folder, open the starter script and check that the first lines — reading the three CSV files — run without error. If anything fails, write to me before Thursday.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ten minutes for questions. And if you want to read one thing before Thursday, read the Villéger 2017 review on the functional ecology of fish: it contains, in twenty pages, everything we did today, with the fish examples. If the last block caught your interest, Bolnick and colleagues 2011 is the paper to start with.
--- INSTRUCTOR NOTE ---
Constitute the groups before the students leave (list on the slide or by drawing lots), hand out the exercise sheets, and make sure each group has at least one confident R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messages to take home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Wrap-up · Thursday’s practical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81328"/>
            <a:ext cx="5943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371600"/>
            <a:ext cx="10222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Traits describe what organisms do and allow comparisons across communities that share no species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77440"/>
            <a:ext cx="5943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267712"/>
            <a:ext cx="10222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functional space is a construction — traits, distance, ordination, number of axes — every choice justified and tested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273552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73552"/>
            <a:ext cx="5943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163824"/>
            <a:ext cx="10222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“functional diversity”, and no observed value is meaningful without a null expectation: choose the index from the question, compare with chance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4169664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9664"/>
            <a:ext cx="5943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059936"/>
            <a:ext cx="10222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and threatened species hold a disproportionate share of unique functions; the consequences of extinctions are measurable — and not the same everywhere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5065776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65776"/>
            <a:ext cx="5943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956048"/>
            <a:ext cx="10222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Traits are properties of individuals: intraspecific variability is large, structured, and matters for coexistence, functioning and conservation — the species mean is a choice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Thursday 24 September: three groups, three questions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Wrap-up · Thursday’s practical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937760"/>
                <a:gridCol w="2377440"/>
                <a:gridCol w="29535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and read a functional space: how do two faunas fill it?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Neotropical + Nearctic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PCA, hulls, overlap, uniqueness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CWM and FD indices along a temperature gradient; which indices are free of S?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Palearctic + Ethiopian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functcomp, dbFD, 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Clustered or overdispersed? Null model, SES-FRic and SES-FDis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Oriental + Australian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Species-shuffling null model, 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14:00–14:10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Briefing, roles (coder, note-taker, presenter), data 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14:10–15:40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work — exercise sheet + starter script GroupFBE_2026_X.R (runs end-to-end: spend the time on interpretation)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15:50–16:25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Presentations: 5 slides, 8 min + 3 min questions — take notes on the other groups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16:25–17:00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exam: 35 min, open book, no R — covers all three exercises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Thursday: install and check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Wrap-up · Thursday’s practical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1672" cy="2011680"/>
          </a:xfrm>
          <a:prstGeom prst="roundRect">
            <a:avLst>
              <a:gd name="adj" fmla="val 2727"/>
            </a:avLst>
          </a:prstGeom>
          <a:solidFill>
            <a:srgbClr val="F3F3F3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54480"/>
            <a:ext cx="106344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install.packages(c("FD", "vegan", "ggplot2", "dplyr", "tidyr", "reshape2", "geometry"))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install.packages("funspace")   # optional (Group A extension)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library(FD); library(vegan); library(ggplot2); library(dplyr); library(tidyr)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cat("Ready!\n")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11091672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tonight, not Thursday at 14:00 — FD compiles dependencies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your group folder; set the working directory to it; check that the first lines of GroupFBE_2026_X.R (reading the three CSV files) run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dbFD() complains about species vs axes, reduce m from 3 to 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fails → e-mail before Thursday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aurele.toussaint@cnrs.fr · CRBE, Toulouse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to read before Thursday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Villéger S., Brosse S., Mouchet M., Mouillot D. &amp; Vanni M.J. (2017) Functional ecology of fish: current approaches and future challenges. Aquatic Sciences 79: 783–801.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Violle C. et al. (2007) Let the concept of trait be functional! Oikos 116: 882–892.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Bolnick D.I. et al. (2011) Why intraspecific trait variation matters in community ecology. TREE 26: 183–192.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FBE 2026 · Wrap-up</dc:title>
  <dc:subject>PptxGenJS Presentation</dc:subject>
  <dc:creator>Aurèle Toussaint</dc:creator>
  <cp:lastModifiedBy>Aurèle Toussaint</cp:lastModifiedBy>
  <cp:revision>1</cp:revision>
  <dcterms:created xsi:type="dcterms:W3CDTF">2026-09-11T09:14:57Z</dcterms:created>
  <dcterms:modified xsi:type="dcterms:W3CDTF">2026-09-11T09:14:57Z</dcterms:modified>
</cp:coreProperties>
</file>